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020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9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2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1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5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5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1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2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1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5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93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8309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91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80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42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11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2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31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7360920" cy="3675888"/>
          </a:xfrm>
        </p:spPr>
        <p:txBody>
          <a:bodyPr/>
          <a:lstStyle/>
          <a:p>
            <a:r>
              <a:rPr lang="en-US" sz="4000" dirty="0"/>
              <a:t>CHALLENGES IN REGULATING EWASTE</a:t>
            </a:r>
            <a:br>
              <a:rPr lang="en-US" sz="4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i="1" dirty="0"/>
              <a:t>SUBTOPIC :</a:t>
            </a:r>
            <a:br>
              <a:rPr lang="en-US" sz="2000" i="1" dirty="0"/>
            </a:br>
            <a:br>
              <a:rPr lang="en-US" sz="2000" i="1" dirty="0"/>
            </a:br>
            <a:r>
              <a:rPr lang="en-US" sz="1800" i="1" dirty="0"/>
              <a:t> It is difficult to properly regulate the disposal and recycling of electronic waste because of the high rate at which technology is changing and the nature of e-waste components</a:t>
            </a:r>
            <a:endParaRPr sz="18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" y="3986784"/>
            <a:ext cx="7487410" cy="1737360"/>
          </a:xfrm>
        </p:spPr>
        <p:txBody>
          <a:bodyPr>
            <a:normAutofit/>
          </a:bodyPr>
          <a:lstStyle/>
          <a:p>
            <a:r>
              <a:rPr b="1" dirty="0"/>
              <a:t>Navneet Kumar | Roll No: 25SCS1003003086 </a:t>
            </a:r>
            <a:endParaRPr lang="en-US" b="1" dirty="0"/>
          </a:p>
          <a:p>
            <a:r>
              <a:rPr b="1" dirty="0"/>
              <a:t> Section: </a:t>
            </a:r>
            <a:r>
              <a:rPr lang="en-US" b="1" dirty="0"/>
              <a:t>1</a:t>
            </a:r>
            <a:r>
              <a:rPr b="1" dirty="0"/>
              <a:t>CSE25</a:t>
            </a:r>
            <a:endParaRPr lang="en-US" b="1" dirty="0"/>
          </a:p>
          <a:p>
            <a:r>
              <a:rPr lang="en-US" b="1" dirty="0"/>
              <a:t>PHONE : 9973884980</a:t>
            </a:r>
          </a:p>
          <a:p>
            <a:r>
              <a:rPr lang="en-US" b="1" dirty="0"/>
              <a:t>EMAIL :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6B6D1-18C1-80AB-673F-E2B3A49904A8}"/>
              </a:ext>
            </a:extLst>
          </p:cNvPr>
          <p:cNvSpPr txBox="1"/>
          <p:nvPr/>
        </p:nvSpPr>
        <p:spPr>
          <a:xfrm flipH="1">
            <a:off x="978408" y="5330952"/>
            <a:ext cx="442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navneet.25scs1003003086@iilm.edu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083474"/>
          </a:xfrm>
        </p:spPr>
        <p:txBody>
          <a:bodyPr/>
          <a:lstStyle/>
          <a:p>
            <a:r>
              <a:rPr dirty="0"/>
              <a:t>Unit 1 – Foundations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296759"/>
            <a:ext cx="6711654" cy="4195481"/>
          </a:xfrm>
        </p:spPr>
        <p:txBody>
          <a:bodyPr/>
          <a:lstStyle/>
          <a:p>
            <a:r>
              <a:rPr dirty="0"/>
              <a:t>Meaning of Artificial Intelligence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endParaRPr dirty="0">
              <a:solidFill>
                <a:srgbClr val="00B050"/>
              </a:solidFill>
            </a:endParaRPr>
          </a:p>
          <a:p>
            <a:r>
              <a:rPr dirty="0"/>
              <a:t>Foundations of AI: Economics </a:t>
            </a:r>
            <a:r>
              <a:rPr lang="en-US" dirty="0">
                <a:solidFill>
                  <a:srgbClr val="00B050"/>
                </a:solidFill>
              </a:rPr>
              <a:t>☑</a:t>
            </a:r>
          </a:p>
          <a:p>
            <a:r>
              <a:rPr dirty="0"/>
              <a:t>Risks and Benefits of AI </a:t>
            </a:r>
            <a:r>
              <a:rPr lang="en-US" dirty="0">
                <a:solidFill>
                  <a:srgbClr val="00B050"/>
                </a:solidFill>
              </a:rPr>
              <a:t>☑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Computer Engineering, Control Theory 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Linguistics 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Neuroscience, Psychology Philosophy, Mathematics</a:t>
            </a:r>
          </a:p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History of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856E0-1412-965A-5E9A-F11BE1D421EE}"/>
              </a:ext>
            </a:extLst>
          </p:cNvPr>
          <p:cNvSpPr txBox="1"/>
          <p:nvPr/>
        </p:nvSpPr>
        <p:spPr>
          <a:xfrm>
            <a:off x="484710" y="1618488"/>
            <a:ext cx="6812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TOPICS USED :</a:t>
            </a:r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A54E8D76-D66F-10D3-C5D2-FE249BB72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9612" y="4868518"/>
            <a:ext cx="253323" cy="253323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5A28EB87-8B31-AA34-2AEC-6BDF6A548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2966" y="4147155"/>
            <a:ext cx="253323" cy="253323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02169BF8-E925-84F2-2B31-36FD86F4F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6289" y="5304119"/>
            <a:ext cx="253323" cy="253323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A074022B-2F65-266C-B6E6-EA32A87F6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0622" y="3741432"/>
            <a:ext cx="253323" cy="2533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1822"/>
            <a:ext cx="7055380" cy="1400530"/>
          </a:xfrm>
        </p:spPr>
        <p:txBody>
          <a:bodyPr/>
          <a:lstStyle/>
          <a:p>
            <a:r>
              <a:rPr dirty="0"/>
              <a:t>Unit 2 – Intelligent Agents &amp;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383119"/>
            <a:ext cx="6711654" cy="4195481"/>
          </a:xfrm>
        </p:spPr>
        <p:txBody>
          <a:bodyPr/>
          <a:lstStyle/>
          <a:p>
            <a:r>
              <a:rPr lang="en-US" dirty="0"/>
              <a:t>Agents and Environment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r>
              <a:rPr lang="en-US" dirty="0"/>
              <a:t> </a:t>
            </a:r>
          </a:p>
          <a:p>
            <a:r>
              <a:rPr lang="en-US" dirty="0"/>
              <a:t>Nature of Environment and Agents</a:t>
            </a:r>
          </a:p>
          <a:p>
            <a:r>
              <a:rPr lang="en-US" dirty="0"/>
              <a:t>Problem Solving Agent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endParaRPr lang="en-US" dirty="0"/>
          </a:p>
          <a:p>
            <a:r>
              <a:rPr lang="en-US" dirty="0"/>
              <a:t>Search Problems and Solutions</a:t>
            </a:r>
          </a:p>
          <a:p>
            <a:r>
              <a:rPr lang="en-US" dirty="0"/>
              <a:t>Formulating Problems, Example Problems</a:t>
            </a:r>
          </a:p>
          <a:p>
            <a:r>
              <a:rPr lang="en-US" dirty="0"/>
              <a:t>Search Algorithms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3FF6B-094E-741A-BB4C-F1CA899CD562}"/>
              </a:ext>
            </a:extLst>
          </p:cNvPr>
          <p:cNvSpPr txBox="1"/>
          <p:nvPr/>
        </p:nvSpPr>
        <p:spPr>
          <a:xfrm>
            <a:off x="466344" y="1917769"/>
            <a:ext cx="4251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TOPICS USED :</a:t>
            </a:r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0B2F2DAF-ECE3-E75A-0F3F-CDEA11B98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9667" y="4227536"/>
            <a:ext cx="253323" cy="253323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2514C76B-8A4F-7C02-0D71-9362F3E9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5528" y="2890100"/>
            <a:ext cx="253323" cy="253323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47AFB0A8-6B4F-4282-A8CC-D5D82693E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3889" y="3754719"/>
            <a:ext cx="253323" cy="253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82" y="251550"/>
            <a:ext cx="7507146" cy="1400530"/>
          </a:xfrm>
        </p:spPr>
        <p:txBody>
          <a:bodyPr>
            <a:normAutofit fontScale="90000"/>
          </a:bodyPr>
          <a:lstStyle/>
          <a:p>
            <a:r>
              <a:rPr dirty="0"/>
              <a:t>Unit 3 – Knowledge Representation &amp;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274" y="2977260"/>
            <a:ext cx="6711654" cy="4195481"/>
          </a:xfrm>
        </p:spPr>
        <p:txBody>
          <a:bodyPr/>
          <a:lstStyle/>
          <a:p>
            <a:r>
              <a:rPr lang="en-US" dirty="0"/>
              <a:t>Logical Representation, Propositional Logic</a:t>
            </a:r>
          </a:p>
          <a:p>
            <a:r>
              <a:rPr lang="en-US" dirty="0"/>
              <a:t>First-order Logic, Resolution Method</a:t>
            </a:r>
          </a:p>
          <a:p>
            <a:pPr marL="0" indent="0">
              <a:buNone/>
            </a:pPr>
            <a:r>
              <a:rPr lang="en-US" dirty="0"/>
              <a:t>Frames, Semantic Networks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endParaRPr lang="en-US" dirty="0"/>
          </a:p>
          <a:p>
            <a:r>
              <a:rPr lang="en-US" dirty="0"/>
              <a:t>Production Rules</a:t>
            </a:r>
          </a:p>
          <a:p>
            <a:r>
              <a:rPr lang="en-US" dirty="0"/>
              <a:t>Applications of AI: Intelligent Automation, Predictive Maintenance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Design Optimization, Personalized Solutions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CE0DF-D291-1A40-FD20-3C84700D1272}"/>
              </a:ext>
            </a:extLst>
          </p:cNvPr>
          <p:cNvSpPr txBox="1"/>
          <p:nvPr/>
        </p:nvSpPr>
        <p:spPr>
          <a:xfrm>
            <a:off x="539496" y="2330929"/>
            <a:ext cx="3593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TOPICS USED :</a:t>
            </a:r>
          </a:p>
          <a:p>
            <a:endParaRPr lang="en-US" dirty="0"/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86D88761-8B9A-06D5-5F60-F49026AF3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4022" y="3429000"/>
            <a:ext cx="253323" cy="253323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4784C90E-2DA8-6116-A4F4-EEA181C31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6288" y="5075000"/>
            <a:ext cx="253323" cy="253323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A1B32C33-EAE2-F6AE-024D-09E840041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1089" y="4325293"/>
            <a:ext cx="253323" cy="253323"/>
          </a:xfrm>
          <a:prstGeom prst="rect">
            <a:avLst/>
          </a:prstGeom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40962E3A-A877-A849-A649-92975F4F4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2295" y="3003658"/>
            <a:ext cx="253323" cy="2533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37" y="251550"/>
            <a:ext cx="7055380" cy="1400530"/>
          </a:xfrm>
        </p:spPr>
        <p:txBody>
          <a:bodyPr/>
          <a:lstStyle/>
          <a:p>
            <a:r>
              <a:t>Unit 4 –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589" y="2118361"/>
            <a:ext cx="6711654" cy="4195481"/>
          </a:xfrm>
        </p:spPr>
        <p:txBody>
          <a:bodyPr>
            <a:normAutofit/>
          </a:bodyPr>
          <a:lstStyle/>
          <a:p>
            <a:r>
              <a:rPr lang="en-US" dirty="0"/>
              <a:t>Problem Types: Regression &amp; Classification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Types of Data, Feature Vectors &amp; Target Variables</a:t>
            </a:r>
          </a:p>
          <a:p>
            <a:endParaRPr lang="en-US" dirty="0"/>
          </a:p>
          <a:p>
            <a:r>
              <a:rPr lang="en-US" dirty="0"/>
              <a:t>Types of ML: Supervised, Unsupervised</a:t>
            </a:r>
            <a:r>
              <a:rPr lang="en-US" dirty="0">
                <a:solidFill>
                  <a:srgbClr val="00B050"/>
                </a:solidFill>
              </a:rPr>
              <a:t>☑</a:t>
            </a:r>
          </a:p>
          <a:p>
            <a:endParaRPr lang="en-US" dirty="0"/>
          </a:p>
          <a:p>
            <a:r>
              <a:rPr lang="en-US" dirty="0"/>
              <a:t>Semi-supervised, Reinforcement Learning</a:t>
            </a:r>
          </a:p>
          <a:p>
            <a:endParaRPr lang="en-US" dirty="0"/>
          </a:p>
          <a:p>
            <a:r>
              <a:rPr lang="en-US" dirty="0"/>
              <a:t>Machine Learning Pipeline</a:t>
            </a:r>
            <a:r>
              <a:rPr lang="en-US" dirty="0">
                <a:solidFill>
                  <a:srgbClr val="00B050"/>
                </a:solidFill>
              </a:rPr>
              <a:t>☑</a:t>
            </a:r>
            <a:r>
              <a:rPr lang="en-US" dirty="0"/>
              <a:t> </a:t>
            </a:r>
            <a:endParaRPr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F2F57-744D-10F3-4330-AF2DD8211151}"/>
              </a:ext>
            </a:extLst>
          </p:cNvPr>
          <p:cNvSpPr txBox="1"/>
          <p:nvPr/>
        </p:nvSpPr>
        <p:spPr>
          <a:xfrm>
            <a:off x="266589" y="1328914"/>
            <a:ext cx="3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TOPICS USED :</a:t>
            </a:r>
          </a:p>
          <a:p>
            <a:endParaRPr lang="en-US" dirty="0"/>
          </a:p>
        </p:txBody>
      </p:sp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B7BC965F-236E-1A55-349D-6E2ADF484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2099" y="4825165"/>
            <a:ext cx="253323" cy="253323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C6BB82C9-74D1-139C-FCDB-2B645B1F5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1581" y="3106432"/>
            <a:ext cx="253323" cy="25332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226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CHALLENGES IN REGULATING EWASTE   SUBTOPIC :   It is difficult to properly regulate the disposal and recycling of electronic waste because of the high rate at which technology is changing and the nature of e-waste components</vt:lpstr>
      <vt:lpstr>Unit 1 – Foundations of AI</vt:lpstr>
      <vt:lpstr>Unit 2 – Intelligent Agents &amp; Problem Solving</vt:lpstr>
      <vt:lpstr>Unit 3 – Knowledge Representation &amp; Applications of AI</vt:lpstr>
      <vt:lpstr>Unit 4 – Machine Learning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Navneet Kumar</cp:lastModifiedBy>
  <cp:revision>2</cp:revision>
  <dcterms:created xsi:type="dcterms:W3CDTF">2013-01-27T09:14:16Z</dcterms:created>
  <dcterms:modified xsi:type="dcterms:W3CDTF">2025-09-28T11:17:06Z</dcterms:modified>
  <cp:category/>
</cp:coreProperties>
</file>